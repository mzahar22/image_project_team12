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mini_Generated_Image_21i35621i35621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